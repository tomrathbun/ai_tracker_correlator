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645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8280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64592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Components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28803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multi-sensor radar plots become correlated aircraft tracks 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hybrid ML+physics core, GNN variants, and platform tooling.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Tracker Correlator  ·  Capstone architecture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280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12527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design goal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unify tracker + correlator into one system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240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24028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2441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Inputs, outputs, and the modular research platform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342900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2900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36301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 → clutter → updater → track manager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105156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280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12527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core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ML association + continuous-time Kalman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2240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09160" y="224028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623560" y="2441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lineage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V3–V6 design choices and trade-offs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342900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09160" y="342900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623560" y="36301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tooling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62356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map, data layer, CLI, dashboard, MLflow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23360" cy="3657600"/>
          </a:xfrm>
          <a:prstGeom prst="roundRect">
            <a:avLst>
              <a:gd name="adj" fmla="val 2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05840"/>
            <a:ext cx="40233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STACK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One physics tracker per radar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Separate track-to-track correlator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Duplicate tracks across sensors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Latency &amp; maintenance overhead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Hard to share features across stages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4023360" cy="3657600"/>
          </a:xfrm>
          <a:prstGeom prst="roundRect">
            <a:avLst>
              <a:gd name="adj" fmla="val 2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005840"/>
            <a:ext cx="40233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AI TRACKER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Single multi-sensor tracker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Clutter, association &amp; fusion in-line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92040" y="2560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One correlated track picture out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Hybrid: ML match + physics motion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3474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Configurable GNN / Kalman modes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context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265176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Decoded CAT 048 / 062 plots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Multi-radar JSONL streams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3017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 + SSR heterogeneity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611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Sweden / UAE sets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051560"/>
            <a:ext cx="2651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orchestrator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filter (MLP)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017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 GNN updater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83280" y="3611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lifecycle manager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8932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89320" y="1051560"/>
            <a:ext cx="26517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220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active tracks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72200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 / MOTP metrics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172200" y="3017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experiment runs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3611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video viz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15544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55448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" y="233172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windows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103120" y="128016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1280160"/>
            <a:ext cx="15544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155448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176272" y="233172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gate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2044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840480" y="128016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1280160"/>
            <a:ext cx="1554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13632" y="155448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13632" y="233172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GNN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577840" y="128016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0" y="1280160"/>
            <a:ext cx="155448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50992" y="155448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50992" y="233172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M/N lifecycle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9516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7315200" y="128016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1280160"/>
            <a:ext cx="1554480" cy="64008"/>
          </a:xfrm>
          <a:prstGeom prst="rect">
            <a:avLst/>
          </a:prstGeom>
          <a:solidFill>
            <a:srgbClr val="A8C5E2"/>
          </a:solidFill>
          <a:ln w="12700">
            <a:solidFill>
              <a:srgbClr val="A8C5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88352" y="155448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88352" y="233172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1480" y="310896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3246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modular pipeline (src/pipeline.py) owns the control flow. The state updater is a swappable strategy: Hybrid (NewHybridUpdater), GNN (GNNUpdater with V3–V6 models), or Kalman-only fallback. Clutter filtering and track management stay shared so ablations compare fair.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 (windowed stream)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8321040" cy="676656"/>
          </a:xfrm>
          <a:prstGeom prst="roundRect">
            <a:avLst>
              <a:gd name="adj" fmla="val 1081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61288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887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43000" y="11155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1115568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multi-radar stream into time chunks (e.g. 1–2 s). Asynchronous scans (≈5.5–9 s) arrive together in each window.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1755648"/>
            <a:ext cx="8321040" cy="676656"/>
          </a:xfrm>
          <a:prstGeom prst="roundRect">
            <a:avLst>
              <a:gd name="adj" fmla="val 1081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1911096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18653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filter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1865376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ClutterClassifier MLP scores each plot; high-probability false alarms are dropped before association.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505456"/>
            <a:ext cx="8321040" cy="676656"/>
          </a:xfrm>
          <a:prstGeom prst="roundRect">
            <a:avLst>
              <a:gd name="adj" fmla="val 1081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660904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6883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3000" y="2615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routing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00400" y="2615184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PSR/SSR branching via SensorRouter for sensor-aware features and gates.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255264"/>
            <a:ext cx="8321040" cy="676656"/>
          </a:xfrm>
          <a:prstGeom prst="roundRect">
            <a:avLst>
              <a:gd name="adj" fmla="val 1081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410712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4381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update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00400" y="3364992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 GNN associates measurements to tracks and updates kinematic state.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4005072"/>
            <a:ext cx="8321040" cy="676656"/>
          </a:xfrm>
          <a:prstGeom prst="roundRect">
            <a:avLst>
              <a:gd name="adj" fmla="val 1081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1879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4300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management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0400" y="411480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Tentative → confirmed (min_hits); coast through shadows (max_age); delete stale tracks.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component map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run_cli.py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3258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entry point (hybrid / gnn / kalman)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73736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src/pipeline.py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Orchestrator: clutter → route → update → manage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46888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60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src/updater.py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27889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NewHybridUpdater, GNNUpdater, FallbackUpdater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20040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2918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src/clutter_classifier.py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clutter vs real plot features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93192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023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src/pairwise_*.py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251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PSR–PSR &amp; SSR–ANY association classifiers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src/kalman_filter.py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13258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Continuous-time predict / update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173736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828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src/model_v3…v6.py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20574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GAT / cross-attention trackers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246888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560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src/factory.py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model suite resolution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709160" y="320040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2918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src/metrics.py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520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MOTA, MOTP, precision, recall, ID switches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09160" y="393192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4023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dashboard/app.py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46320" y="4251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experiments &amp; frame replay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tracker — production core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decides who matches; physics decides how motion evolves.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325880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325880"/>
            <a:ext cx="832104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554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4630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projection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176479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each track to exact meas_t (not window end) to avoid temporal dragging.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194560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194560"/>
            <a:ext cx="832104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423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23317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clustering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263347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co-located PSR/SSR reports (~2 km) with pairwise ML into meta-measurements.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3063240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063240"/>
            <a:ext cx="832104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3200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association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350215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track↔meas pairs (gate ~8 km); Hungarian assignment for global match.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3931920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3931920"/>
            <a:ext cx="832104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160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4069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update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43708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dt = meas_t − track_t continuous-time KF update; initiate unmatched plots.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components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069080" cy="3611880"/>
          </a:xfrm>
          <a:prstGeom prst="roundRect">
            <a:avLst>
              <a:gd name="adj" fmla="val 2025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40690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CLASSIFIER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MLP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Features: amp, velocity, normalized XYZ, type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Output: P(clutter) via sigmoid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Loss: weighted BCE (class imbalance)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Role: hard-drop false alarms early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Module: clutter_classifier.py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4023360" cy="3611880"/>
          </a:xfrm>
          <a:prstGeom prst="roundRect">
            <a:avLst>
              <a:gd name="adj" fmla="val 2025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051560"/>
            <a:ext cx="402336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CLASSIFIERS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specialized MLPs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PSR–PSR: kinematics &amp; geometry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SSR–ANY: + Mode 3A / Mode S identity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Features: dist, Δv cosine, altitude, …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Used in Hybrid gates and GNN edges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Modules: pairwise_classifier / features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Continuous-time Kalman (no temporal dragging)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8321040" cy="1371600"/>
          </a:xfrm>
          <a:prstGeom prst="roundRect">
            <a:avLst>
              <a:gd name="adj" fmla="val 5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801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windowing projects all tracks to the window end → wrong geometry when radars scan asynchronously.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fix: store track at last measurement time; for scoring and update use exact  dt = meas_t − track_t.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26974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20116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" y="29260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1208" y="333756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 mean &amp; covariance with continuous-time process noise Q(dt).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0320" y="26974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0" y="2697480"/>
            <a:ext cx="20116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70048" y="29260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70048" y="333756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pairwise scores inside spatial gate; optimal bipartite matching.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26974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09160" y="2697480"/>
            <a:ext cx="20116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29260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18888" y="333756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gain balances prediction vs measurement noise 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0" y="2697480"/>
            <a:ext cx="2011680" cy="1965960"/>
          </a:xfrm>
          <a:prstGeom prst="roundRect">
            <a:avLst>
              <a:gd name="adj" fmla="val 372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0" y="2697480"/>
            <a:ext cx="20116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67728" y="292608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67728" y="333756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 tracks advance in time; deleted after max_age (~20 s).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lifecycle management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371600"/>
            <a:ext cx="1600200" cy="640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Unmatched plot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tentative track with large initial 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03120" y="137160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1371600"/>
            <a:ext cx="16002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Tentative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9456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min_hits (e.g. 3) before export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40480" y="137160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1371600"/>
            <a:ext cx="1600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93192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3192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output track; KF updates on match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77840" y="137160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77840" y="1371600"/>
            <a:ext cx="16002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66928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hit this window; predict forward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0" y="1371600"/>
            <a:ext cx="1600200" cy="2194560"/>
          </a:xfrm>
          <a:prstGeom prst="roundRect">
            <a:avLst>
              <a:gd name="adj" fmla="val 4571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0" y="1371600"/>
            <a:ext cx="160020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16002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406640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0664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 max_age → remove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11480" y="38404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min_hits and extending coast time lifted recall from ~0.47 to ~0.94 on dense async simulation by surviving radar blind spots without flooding false tracks.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model lineage (V3 → V6)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8321040" cy="822960"/>
          </a:xfrm>
          <a:prstGeom prst="roundRect">
            <a:avLst>
              <a:gd name="adj" fmla="val 888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280160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280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1188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GAT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4904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= tracks + meas; edges gated by pairwise ML; GRU memory; Δstate + existence.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1965960"/>
            <a:ext cx="8321040" cy="822960"/>
          </a:xfrm>
          <a:prstGeom prst="roundRect">
            <a:avLst>
              <a:gd name="adj" fmla="val 888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94560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1945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2103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/ learnable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24048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fusion path; streaming train loop; still window-batched graph.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2880360"/>
            <a:ext cx="8321040" cy="822960"/>
          </a:xfrm>
          <a:prstGeom prst="roundRect">
            <a:avLst>
              <a:gd name="adj" fmla="val 888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108960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1089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54480" y="3017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head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33192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clutter logits with GAT; early filtering inside model.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1480" y="3794760"/>
            <a:ext cx="8321040" cy="822960"/>
          </a:xfrm>
          <a:prstGeom prst="roundRect">
            <a:avLst>
              <a:gd name="adj" fmla="val 8889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023360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40233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54480" y="3931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554480" y="42336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Bipartite QKV: tracks query measurements only — no M↔M ghost edges.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 bipartite cross-attention design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53949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→ Queries (Q)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93852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track hidden states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2402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→ Keys / Values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441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early clutter hard-drop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4320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A = softmax(QKᵀ/√d)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294436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N_tracks × N_meas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2461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H′_T = H_T + MultiHead(Q,K,V)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34472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Measurement-informed track update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7490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395020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deltas + new track seeds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89320" y="1051560"/>
            <a:ext cx="2697480" cy="3657600"/>
          </a:xfrm>
          <a:prstGeom prst="roundRect">
            <a:avLst>
              <a:gd name="adj" fmla="val 2712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89320" y="1051560"/>
            <a:ext cx="26974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2200" y="1325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bipartite?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2331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graphs let measurements reinforce each other, creating ghost tracks. V6 forces association through tracks only.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72200" y="365760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factory.py detects cross_attn weights and loads model_v6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vs GNN — design trade-offs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43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515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143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105156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43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(V3–V6)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16459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6459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89320" y="16459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rules + ML scores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8076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graph learning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1488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21488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89320" y="21488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Continuous-time Kalman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2240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/ decoder deltas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26517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26517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9320" y="265176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9184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+ Hungarian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/ edge weights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11480" y="315468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315468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89320" y="315468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9184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(gates, KF, IDs)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80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(black-box)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11480" y="36576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6576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89320" y="36576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streaming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291840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(exact dt)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080760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(window batches)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11480" y="41605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0" y="41605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89320" y="416052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251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291840" y="4251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hybrid path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080760" y="4251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ablation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 &amp; training assets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069080" cy="3611880"/>
          </a:xfrm>
          <a:prstGeom prst="roundRect">
            <a:avLst>
              <a:gd name="adj" fmla="val 2025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406908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data/canonical/ streams &amp; episodes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Sweden 15 / 30 / 60 min packages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UAE 2 min multi-radar stream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sim_batch_hetero for classifiers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Manifests + schema.md inventory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4023360" cy="3611880"/>
          </a:xfrm>
          <a:prstGeom prst="roundRect">
            <a:avLst>
              <a:gd name="adj" fmla="val 2025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051560"/>
            <a:ext cx="40233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PATHS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train_clutter_filter.py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240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train_hetero_pairwise.py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train_gnn_tracker.py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92040" y="3154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train_streaming_v3…v6.py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5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scripts/data/* inventory &amp; stitch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research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97280"/>
            <a:ext cx="2743200" cy="6400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run_cli.py — mode hybrid|gnn|kalman, data path, MLflow flags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0972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97280"/>
            <a:ext cx="274320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7830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— ablations, frame replay, video export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10972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09728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17830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— MOTA, ID switches, FP/frame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29260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2926080"/>
            <a:ext cx="27432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36118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schemas (config_schemas.py) — type-safe pipelines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91840" y="29260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926080"/>
            <a:ext cx="2743200" cy="64008"/>
          </a:xfrm>
          <a:prstGeom prst="rect">
            <a:avLst/>
          </a:prstGeom>
          <a:solidFill>
            <a:srgbClr val="A8C5E2"/>
          </a:solidFill>
          <a:ln w="12700">
            <a:solidFill>
              <a:srgbClr val="A8C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429000" y="36118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studies via src/optimize.py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292608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2926080"/>
            <a:ext cx="274320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09360" y="36118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.pt weights for classifiers + GNN suite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snapshot (Hybrid, dense 120s sim)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9728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tracking quality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0972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09728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806 m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2900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~3σ radar noise floor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10972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09728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30936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tracks vs false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283464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283464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48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maintained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91840" y="283464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83464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2900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42900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score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72200" y="283464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2834640"/>
            <a:ext cx="27432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SW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0936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309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swaps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principles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34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pattern for tracking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fixed; Hybrid / GNN / Kalman are pluggable updaters.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23444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1188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where discrete decisions win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32120" y="1508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Clutter and association are classification problems; motion stays physics-constrained.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24028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468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2423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asynchronous time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measurement timestamps beat batch window centers.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24028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2468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2423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models behind a factory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321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auto-detect V4–V6 layout; training suites stay paired.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1480" y="34747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703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data is first-class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3444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manifests, and Git-tracked mid-size sets keep experiments reproducible.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3474720"/>
            <a:ext cx="4114800" cy="109728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7033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532120" y="3657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operators care about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532120" y="3977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MOTA, ID switches, and recall under coasting — not only loss curves.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 ·  AI TRACKER CORRELATOR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0233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8288"/>
            <a:ext cx="5852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11480" y="4919472"/>
            <a:ext cx="7680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070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pipeline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48132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path from multi-radar plots to correlated tracks.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920240"/>
            <a:ext cx="832104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is the strong core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ML + continuous-time Kalman delivers MOTA ≈ 0.82.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743200"/>
            <a:ext cx="832104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85292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family for research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1272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V3–V6 explore attention; V6 bipartite design targets ghost tracks.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8321040" cy="731520"/>
          </a:xfrm>
          <a:prstGeom prst="roundRect">
            <a:avLst>
              <a:gd name="adj" fmla="val 10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758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ready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502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CLI, Streamlit, MLflow, Pydantic configs, canonical data.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64592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LOCKHEED MARTIN PROPRIETARY INFORMATION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48280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Rathbun, PhD  ·  LOCKHEED MARTIN PROPRIETARY INFORMATION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2103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3017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github.com/TomRathbun/ai_tracker_correlator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ai_tracker_architecture.md · architecture_diagrams.md · artifacts/design_v6.md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Architecture — AI Tracker Correlator</dc:title>
  <dc:subject>System architecture, components, and design trade-offs</dc:subject>
  <dc:creator>Thomas Rathbun, PhD</dc:creator>
  <cp:lastModifiedBy>Thomas Rathbun, PhD</cp:lastModifiedBy>
  <cp:revision>1</cp:revision>
  <dcterms:created xsi:type="dcterms:W3CDTF">2026-08-17T05:29:04Z</dcterms:created>
  <dcterms:modified xsi:type="dcterms:W3CDTF">2026-08-17T05:29:04Z</dcterms:modified>
</cp:coreProperties>
</file>