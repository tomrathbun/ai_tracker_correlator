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Components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multi-sensor radar plots become correlated aircraft tracks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hybrid ML+physics core, GNN variants, and platform tooling.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Tracker Correlator  ·  Capstone architecture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252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design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unify tracker + correlator into one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24028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outputs, and the modular research platform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42900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→ clutter → updater → track manager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05156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1252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ML association + continuous-time Kalman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4028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2356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lineage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356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V3–V6 design choices and trade-offs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42900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2356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tooling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map, data layer, CLI, dashboard, MLflow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02336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 physics tracker per radar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Separate track-to-track correlator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Duplicate tracks across sensors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Latency &amp; maintenance overhead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 to share features across stages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05840"/>
            <a:ext cx="40233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TRACKER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multi-sensor tracker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Clutter, association &amp; fusion in-line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 correlated track picture 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Hybrid: ML match + physics motion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Configurable GNN / Kalman modes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26517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CAT 048 / 062 plots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Multi-radar JSONL streams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+ SSR heterogeneity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Sweden / UAE 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5156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filter (MLP)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or GNN updater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lifecycle manager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051560"/>
            <a:ext cx="26517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active tracks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/ MOTP metrics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runs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video viz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1554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5448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23317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windows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280160"/>
            <a:ext cx="1554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55448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6272" y="23317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gate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40480" y="12801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28016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55448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13632" y="23317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GNN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77840" y="12801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280160"/>
            <a:ext cx="15544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55448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50992" y="23317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 lifecycle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15200" y="12801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280160"/>
            <a:ext cx="1554480" cy="64008"/>
          </a:xfrm>
          <a:prstGeom prst="rect">
            <a:avLst/>
          </a:prstGeom>
          <a:solidFill>
            <a:srgbClr val="A8C5E2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155448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88352" y="23317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10896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modular pipeline (src/pipeline.py) owns the control flow. The state updater is a swappable strategy: Hybrid (NewHybridUpdater), GNN (GNNUpdater with V3–V6 models), or Kalman-only fallback. Clutter filtering and track management stay shared so ablations compare fair.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(windowed stream)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676656"/>
          </a:xfrm>
          <a:prstGeom prst="roundRect">
            <a:avLst>
              <a:gd name="adj" fmla="val 1081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61288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115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1155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multi-radar stream into time chunks (e.g. 1–2 s). Asynchronous scans (≈5.5–9 s) arrive together in each window.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8321040" cy="676656"/>
          </a:xfrm>
          <a:prstGeom prst="roundRect">
            <a:avLst>
              <a:gd name="adj" fmla="val 1081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11096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865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filter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86537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ClutterClassifier MLP scores each plot; high-probability false alarms are dropped before association.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505456"/>
            <a:ext cx="8321040" cy="676656"/>
          </a:xfrm>
          <a:prstGeom prst="roundRect">
            <a:avLst>
              <a:gd name="adj" fmla="val 1081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660904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88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615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routing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261518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PSR/SSR branching via SensorRouter for sensor-aware features and gates.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55264"/>
            <a:ext cx="8321040" cy="676656"/>
          </a:xfrm>
          <a:prstGeom prst="roundRect">
            <a:avLst>
              <a:gd name="adj" fmla="val 1081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410712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381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336499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or GNN associates measurements to tracks and updates kinematic state.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005072"/>
            <a:ext cx="8321040" cy="676656"/>
          </a:xfrm>
          <a:prstGeom prst="roundRect">
            <a:avLst>
              <a:gd name="adj" fmla="val 1081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879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management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41148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→ confirmed (min_hits); coast through shadows (max_age); delete stale tracks.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component 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run_cli.py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entry point (hybrid / gnn / kalman)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src/pipeline.py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clutter → route → update → manage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src/updater.py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NewHybridUpdater, GNNUpdater, FallbackUpdater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src/clutter_classifier.py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clutter vs real plot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src/pairwise_*.py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PSR–PSR &amp; SSR–ANY association classifiers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src/kalman_filter.py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325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predict / update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737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src/model_v3…v6.py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GAT / cross-attention trackers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4688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src/factory.py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suite resolution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2004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src/metrics.py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MOTA, MOTP, precision, recall, ID switches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9319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dashboard/app.py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experiments &amp; frame replay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tracker — production core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decides who matches; physics decides how motion evolves.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83210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projection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each track to exact meas_t (not window end) to avoid temporal dragging.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94560"/>
            <a:ext cx="8321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23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633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co-located PSR/SSR reports (~2 km) with pairwise ML into meta-measurements.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63240"/>
            <a:ext cx="83210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association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502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track↔meas pairs (gate ~8 km); Hungarian assignment for global match.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931920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931920"/>
            <a:ext cx="8321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update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370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dt = meas_t − track_t continuous-time KF update; initiate unmatched plots.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40690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CLASSIFIER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MLP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Features: amp, velocity, normalized XYZ, 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Output: P(clutter) via sigmoid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Loss: weighted BCE (class imbalance)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Role: hard-drop false alarms early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Module: clutter_classifier.py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51560"/>
            <a:ext cx="40233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CLASSIFIERS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specialized MLPs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PSR–PSR: kinematics &amp; geometry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SSR–ANY: + Mode 3A / Mode S identity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Features: dist, Δv cosine, altitude, 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Used in Hybrid gates and GNN edges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Modules: pairwise_classifier / features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Kalman (no temporal dragging)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windowing projects all tracks to the window end → wrong geometry when radars scan asynchronously.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fix: store track at last measurement time; for scoring and update use exact  dt = meas_t − track_t.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9748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9260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" y="333756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mean &amp; covariance with continuous-time process noise Q(dt).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6974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69748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9260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0048" y="333756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pairwise scores inside spatial gate; optimal bipartite matching.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69748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9260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18888" y="333756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gain balances prediction vs measurement noise 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269748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69748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29260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67728" y="333756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tracks advance in time; deleted after max_age (~20 s).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lifecycle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6002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plot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tentative track with large initial 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371600"/>
            <a:ext cx="1600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651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min_hits (e.g. 3) before export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371600"/>
            <a:ext cx="1600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651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output track; KF updates on match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371600"/>
            <a:ext cx="1600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651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hit this window; predict forward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371600"/>
            <a:ext cx="1600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2651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max_age → remove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8404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min_hits and extending coast time lifted recall from ~0.47 to ~0.94 on dense async simulation by surviving radar blind spots without flooding false tracks.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model lineage (V3 → V6)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GAT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490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tracks + meas; edges gated by pairwise ML; GRU memory; Δstate + existence.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/ learnable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fusion path; streaming train loop; still window-batched graph.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089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08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head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319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clutter logits with GAT; early filtering inside model.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7947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023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23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233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QKV: tracks query measurements only — no M↔M ghost edges.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bipartite cross-attention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5394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→ Queries (Q)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track hidden states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→ Keys /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early clutter hard-drop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A = softmax(QKᵀ/√d)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N_tracks × N_meas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H′_T = H_T + MultiHead(Q,K,V)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47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Measurement-informed track update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9502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deltas + new track seeds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05156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051560"/>
            <a:ext cx="2697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bipartite?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graphs let measurements reinforce each other, creating ghost tracks. V6 forces association through tracks only.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factory.py detects cross_attn weights and loads model_v6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vs GNN — design trade-offs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051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(V3–V6)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6459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6459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rules + ML scores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graph learning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148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148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148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Kalman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/ decoder deltas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6517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6517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6517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+ Hungarian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/ edge weights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1546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1546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31546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(gates, KF, IDs)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(black-box)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657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657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3657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streaming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(exact dt)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(window batches)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1605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41605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89320" y="41605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918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hybrid path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8076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ablation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&amp; training assets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data/canonical/ streams &amp; episodes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Sweden 15 / 30 / 60 min packages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UAE 2 min multi-radar stream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sim_batch_hetero for classifiers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Manifests + schema.md inventory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5156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train_clutter_filter.py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train_hetero_pairwise.py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train_gnn_tracker.py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train_streaming_v3…v6.py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scripts/data/* inventory &amp; stitch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research tooling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run_cli.py — mode hybrid|gnn|kalman, data path, MLflow flags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2743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ablations, frame replay, video export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09728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— MOTA, ID switches, FP/frame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92608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(config_schemas.py) — type-safe pipelines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926080"/>
            <a:ext cx="2743200" cy="64008"/>
          </a:xfrm>
          <a:prstGeom prst="rect">
            <a:avLst/>
          </a:prstGeom>
          <a:solidFill>
            <a:srgbClr val="A8C5E2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studies via src/optimize.py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92608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.pt weights for classifiers + GNN suite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 (Hybrid, dense 120s sim)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tracking quality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9728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 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~3σ radar noise floor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9728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tracks vs false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83464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maintained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834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83464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42900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2834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83464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30936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swaps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principles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 for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fixed; Hybrid / GNN / Kalman are pluggable updaters.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34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where discrete decisions win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and association are classification problems; motion stays physics-constrained.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asynchronous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measurement timestamps beat batch window centers.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models behind a factory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auto-detect V4–V6 layout; training suites stay paired.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474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is first-class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manifests, and Git-tracked mid-size sets keep experiments reproducible.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operators care about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MOTA, ID switches, and recall under coasting — not only loss curves.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AI TRACKER CORRELATOR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from multi-radar plots to correlated tracks.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 the strong 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ML + continuous-time Kalman delivers MOTA ≈ 0.82.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family for research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V3–V6 explore attention; V6 bipartite design targets ghost tracks.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75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950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Streamlit, MLflow, Pydantic configs, canonical data.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github.com/TomRathbun/ai_tracker_correlator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ai_tracker_architecture.md · architecture_diagrams.md · artifacts/design_v6.md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 — AI Tracker Correlator</dc:title>
  <dc:subject>System architecture, components, and design trade-offs</dc:subject>
  <dc:creator>Tom Rathbun</dc:creator>
  <cp:lastModifiedBy>Tom Rathbun</cp:lastModifiedBy>
  <cp:revision>1</cp:revision>
  <dcterms:created xsi:type="dcterms:W3CDTF">2026-08-04T16:47:21Z</dcterms:created>
  <dcterms:modified xsi:type="dcterms:W3CDTF">2026-08-04T16:47:21Z</dcterms:modified>
</cp:coreProperties>
</file>